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1" descr="CredRisk.AI 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2" descr="CredRisk.AI 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3" descr="CredRisk.AI 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4" descr="CredRisk.AI 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5" descr="CredRisk.AI 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6" descr="CredRisk.AI 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7" descr="CredRisk.AI 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8" descr="CredRisk.AI 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slide 9" descr="CredRisk.AI 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edRisk.AI">
  <a:themeElements>
    <a:clrScheme name="CredRisk.AI">
      <a:dk1>
        <a:sysClr val="windowText" lastClr="000000"/>
      </a:dk1>
      <a:lt1>
        <a:sysClr val="window" lastClr="FFFFFF"/>
      </a:lt1>
      <a:dk2>
        <a:srgbClr val="10243F"/>
      </a:dk2>
      <a:lt2>
        <a:srgbClr val="F7F9FC"/>
      </a:lt2>
      <a:accent1>
        <a:srgbClr val="0E8F8F"/>
      </a:accent1>
      <a:accent2>
        <a:srgbClr val="285F9F"/>
      </a:accent2>
      <a:accent3>
        <a:srgbClr val="4F8F3A"/>
      </a:accent3>
      <a:accent4>
        <a:srgbClr val="B7761F"/>
      </a:accent4>
      <a:accent5>
        <a:srgbClr val="A54355"/>
      </a:accent5>
      <a:accent6>
        <a:srgbClr val="66708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CredRisk.AI export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CredRisk.AI Pitch Deck</dc:title>
  <dc:creator>CredRisk.AI</dc:creator>
  <cp:lastModifiedBy>CredRisk.AI</cp:lastModifiedBy>
  <dcterms:created xsi:type="dcterms:W3CDTF">2026-06-15T19:29:53Z</dcterms:created>
  <dcterms:modified xsi:type="dcterms:W3CDTF">2026-06-15T19:29:53Z</dcterms:modified>
</cp:coreProperties>
</file>